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914400"/>
            <a:ext cx="768096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14400"/>
            <a:ext cx="109728" cy="3291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143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SongForm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찬양팀 예배 송폼 관리 시스템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매뉴얼 v1.0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941832" cy="2011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React 18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3200400"/>
            <a:ext cx="864108" cy="20116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200400"/>
            <a:ext cx="8641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Node.js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22676" y="3200400"/>
            <a:ext cx="1097280" cy="2011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2676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PostgreSQL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29684" y="3200400"/>
            <a:ext cx="1019556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9684" y="3200400"/>
            <a:ext cx="10195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pptxgenjs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worship management · song form · ppt export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목차  |  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685800"/>
            <a:ext cx="47548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749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시작하기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987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로그인 및 역할 소개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685800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685800"/>
            <a:ext cx="47548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68580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93792" y="7498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예배 송폼 목록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93792" y="987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조회 · 검색 · 내보내기 · 삭제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362456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362456"/>
            <a:ext cx="475488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3624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새 송폼 만들기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예배 정보 입력 및 저장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362456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62456"/>
            <a:ext cx="47548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6245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3792" y="1426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찬양 목록 관리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1664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곡 추가 · 드래그 정렬 · 키 선택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039112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039112"/>
            <a:ext cx="47548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03911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" y="2103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송폼 흐름 빌더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" y="2340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송폼 구조 시각적 편집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039112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039112"/>
            <a:ext cx="47548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039112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2103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악보 검색 &amp; 첨부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23408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네이버 이미지 검색 연동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715768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715768"/>
            <a:ext cx="47548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7157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PPT 내보내기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392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예배 송폼 PPT 파일 생성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715768"/>
            <a:ext cx="41605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2715768"/>
            <a:ext cx="475488" cy="566928"/>
          </a:xfrm>
          <a:prstGeom prst="rect">
            <a:avLst/>
          </a:prstGeom>
          <a:solidFill>
            <a:srgbClr val="14B8A6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271576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93792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관리자 기능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93792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회원 관리 · 권한 설정 · 환경설정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  |  시작하기 – 로그인 &amp; 역할 안내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420624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40080"/>
            <a:ext cx="4206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0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로그인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1338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접속 주소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브라우저에서 서버 주소로 접속합니다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645920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653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8836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아이디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07568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이메일 형식 또는 관리자가 지정한 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2395728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비밀번호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82549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관리자로부터 초기 비밀번호를 받아 입력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145536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649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로그인 유지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5753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토큰 기반 인증으로 세션이 유지됩니다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640080"/>
            <a:ext cx="4206240" cy="4206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640080"/>
            <a:ext cx="42062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640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역할(Role) 구분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15214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152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관리자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21808" y="13167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모든 기능 접근 가능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회원·권한·환경설정 포함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1737360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1901952"/>
            <a:ext cx="310896" cy="3108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21808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리더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06654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송폼 전체 권한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(조회·생성·수정·삭제·PPT 내보내기)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2487168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2651760"/>
            <a:ext cx="310896" cy="3108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단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21808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단원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21808" y="28163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기본: 송폼 조회만 가능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(관리자가 권한 변경 가능)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92040" y="3236976"/>
            <a:ext cx="3749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40156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동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21808" y="3383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동역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356616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기본: 송폼 조회만 가능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(관리자가 권한 변경 가능)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  |  예배 송폼 목록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등록된 모든 예배 송폼을 날짜·카테고리·곡 제목·절기별로 한눈에 확인하고 관리합니다.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74320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01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검색 기능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807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0A5FA"/>
                </a:solidFill>
              </a:rPr>
              <a:t>날짜 (예: 2024년 5월 3일)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282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예배 카테고리 이름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07568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곡 제목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4231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교회 절기 이름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7706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인도자 이름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1181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메모 내용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46557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검색어 입력 시 실시간 필터링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X 버튼으로 검색 초기화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960120"/>
            <a:ext cx="32004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960120"/>
            <a:ext cx="3200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60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목록 카드 정보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138074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0A5FA"/>
                </a:solidFill>
              </a:rPr>
              <a:t>예배 날짜 (월/일 + 요일)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172821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교회 절기 자동 표시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0756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예배 카테고리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24231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곡 수 (총 N곡)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27706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인도자 이름 목록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1181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포함된 곡 제목 미리보기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34655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메모 내용 (줄임 표시)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37560" y="381304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클릭 시 편집 화면으로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583680" y="960120"/>
            <a:ext cx="22860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0" y="960120"/>
            <a:ext cx="22860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96012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카드 액션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20840" y="138074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60A5FA"/>
                </a:solidFill>
              </a:rPr>
              <a:t>PPT 내보내기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172821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편집 (리더↑)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20840" y="207568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삭제 (리더↑)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277063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마우스 호버 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버튼이 나타납니다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20840" y="3465576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모바일: 항상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하단에 버튼 표시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480560"/>
            <a:ext cx="8595360" cy="384048"/>
          </a:xfrm>
          <a:prstGeom prst="rect">
            <a:avLst/>
          </a:prstGeom>
          <a:solidFill>
            <a:srgbClr val="1A2235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4480560"/>
            <a:ext cx="54864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480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💡  새 송폼 만들기 버튼(우상단) 또는 목록 빈 화면의 버튼을 클릭하여 새로운 예배 송폼을 생성할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  |  새 송폼 만들기 – 예배 정보 입력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상단 "예배 정보" 섹션에서 해당 예배의 기본 정보를 입력합니다.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0292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0292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입력 항목 안내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53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4356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예배 날짜 *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1636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날짜 선택기로 예배 날짜를 지정합니다. 절기가 자동 표시됩니다.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6634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1226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🏷️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0939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예배 카테고리 *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22951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주일 1부·2부 등 미리 설정된 카테고리를 선택합니다.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624328"/>
            <a:ext cx="46634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7063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7523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이번 주 절기 (자동)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2953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날짜 입력 시 해당 교단의 교회 절기가 자동으로 감지됩니다.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46634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2900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🎤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34107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인도자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296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등록된 회원 중 인도자를 선택합니다. 다중 선택 가능합니다.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941064"/>
            <a:ext cx="46634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87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��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40690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메모 (선택)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예배 관련 참고사항을 자유롭게 입력합니다.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960120"/>
            <a:ext cx="33375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32120" y="960120"/>
            <a:ext cx="3337560" cy="32918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9601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저장 &amp; 내보내기 버튼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14173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💾  저장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0" y="160934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예배 정보 + 곡 목록을 서버에 저장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69280" y="1828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📥  PPT 내보내기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0" y="202082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저장 후 PPT 파일 다운로드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69280" y="2240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</a:rPr>
              <a:t>←  뒤로 가기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0" y="24323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목록 화면으로 이동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32120" y="2926080"/>
            <a:ext cx="333756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32120" y="2926080"/>
            <a:ext cx="333756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292608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절기 자동 감지 예시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669280" y="3401568"/>
            <a:ext cx="713232" cy="2194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대림절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437376" y="3401568"/>
            <a:ext cx="713232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37376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성탄절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205472" y="3401568"/>
            <a:ext cx="713232" cy="21945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부활절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73568" y="3401568"/>
            <a:ext cx="713232" cy="21945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73568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성령강림절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669280" y="37307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교단 설정에 따라 교회력 절기가 자동으로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감지되어 색상 뱃지로 표시됩니다.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  |  찬양 목록 관리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"예배 정보" 섹션 아래 "찬양 목록"에서 예배에 사용할 곡들을 추가·정렬·편집합니다.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4864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SongCard – 곡 카드 구성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512064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463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" y="1527048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1527048"/>
            <a:ext cx="256032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5270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노래 제목 (필수)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0" y="1527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527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527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🗑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1945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↕️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2128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드래그 핸들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3957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좌측 ⠿ 아이콘을 드래그하여 곡 순서를 변경합니다.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26243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2642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번호 뱃지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282549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곡의 순서 번호가 자동으로 표시됩니다.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05409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✏️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제목 자동완성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" y="325526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제목 입력 시 등록된 곡 DB에서 자동완성 제안이 표시됩니다.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48386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502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악보 검색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368503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검색 아이콘 클릭 시 네이버 이미지 검색으로 악보를 찾습니다.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913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▼/▲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931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접기/펼치기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114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카드를 접어 목록을 간결하게 볼 수 있습니다.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3434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🗑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" y="4361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곡 삭제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" y="45445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카드 우측 삭제 버튼으로 해당 곡을 제거합니다.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43600" y="960120"/>
            <a:ext cx="29260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960120"/>
            <a:ext cx="292608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960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🎵  키(Key) 선택기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80760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기본키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13898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12개 음(C ~ B) 중 선택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80760" y="17647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#/b/♮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132320" y="17647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올림·내림·제자리 선택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080760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표시 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21396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C, Db, F#, Bb, A# 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080760" y="2514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자동완성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32320" y="25146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곡 선택 시 기본키 자동 설정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80760" y="28895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반음 전조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28895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셈톤 조정으로 연주키 변경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43600" y="3657600"/>
            <a:ext cx="29260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43600" y="3657600"/>
            <a:ext cx="29260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657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➕  곡 추가 방법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080760" y="4069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목록 우상단 "곡 추가" 버튼 클릭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하단 점선 "곡 추가하기" 버튼 클릭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빈 카드에 제목만 입력해도 됩니다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  |  송폼 흐름 빌더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각 곡의 송폼 구조(Verse, Pre-chorus, Chorus 등)를 시각적으로 배치하여 예배 흐름을 설계합니다.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859536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 송폼 요소 팔레트  –  클릭하여 흐름에 추가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1005840" cy="411480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Intro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366F1"/>
                </a:solidFill>
              </a:rPr>
              <a:t>인트로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572768" y="1371600"/>
            <a:ext cx="1005840" cy="41148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Verse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72768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</a:rPr>
              <a:t>절/전개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42616" y="1371600"/>
            <a:ext cx="100584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Pre-chorus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42616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프리코러스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12464" y="1371600"/>
            <a:ext cx="1005840" cy="4114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Chorus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712464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코러스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82312" y="1371600"/>
            <a:ext cx="1005840" cy="41148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Bridge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82312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5CF6"/>
                </a:solidFill>
              </a:rPr>
              <a:t>브릿지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52160" y="1371600"/>
            <a:ext cx="1005840" cy="41148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Tag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52160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B6D4"/>
                </a:solidFill>
              </a:rPr>
              <a:t>태그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922008" y="1371600"/>
            <a:ext cx="1005840" cy="411480"/>
          </a:xfrm>
          <a:prstGeom prst="rect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</a:rPr>
              <a:t>Outro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22008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C4899"/>
                </a:solidFill>
              </a:rPr>
              <a:t>아웃트로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991856" y="1371600"/>
            <a:ext cx="1005840" cy="411480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1856" y="1389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Interlude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991856" y="1591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간주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468880"/>
            <a:ext cx="859536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468880"/>
            <a:ext cx="8595360" cy="329184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4688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 송폼 흐름  –  드래그로 순서 변경 가능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2889504"/>
            <a:ext cx="1097280" cy="676656"/>
          </a:xfrm>
          <a:prstGeom prst="rect">
            <a:avLst/>
          </a:prstGeom>
          <a:solidFill>
            <a:srgbClr val="6366F1">
              <a:alpha val="13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</a:rPr>
              <a:t>Intro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366F1"/>
                </a:solidFill>
              </a:rPr>
              <a:t>인트로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2920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</a:rPr>
              <a:t>×1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709928" y="2889504"/>
            <a:ext cx="1097280" cy="676656"/>
          </a:xfrm>
          <a:prstGeom prst="rect">
            <a:avLst/>
          </a:prstGeom>
          <a:solidFill>
            <a:srgbClr val="22C55E">
              <a:alpha val="13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09928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Verse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709928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</a:rPr>
              <a:t>절/전개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709928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×2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16936" y="2889504"/>
            <a:ext cx="1097280" cy="676656"/>
          </a:xfrm>
          <a:prstGeom prst="rect">
            <a:avLst/>
          </a:prstGeom>
          <a:solidFill>
            <a:srgbClr val="EF4444">
              <a:alpha val="13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16936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Chorus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16936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코러스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16936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×1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23944" y="2889504"/>
            <a:ext cx="1097280" cy="676656"/>
          </a:xfrm>
          <a:prstGeom prst="rect">
            <a:avLst/>
          </a:prstGeom>
          <a:solidFill>
            <a:srgbClr val="22C55E">
              <a:alpha val="13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3944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Verse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123944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</a:rPr>
              <a:t>절/전개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123944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×1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30952" y="2889504"/>
            <a:ext cx="1097280" cy="676656"/>
          </a:xfrm>
          <a:prstGeom prst="rect">
            <a:avLst/>
          </a:prstGeom>
          <a:solidFill>
            <a:srgbClr val="EF4444">
              <a:alpha val="13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30952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Chorus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330952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</a:rPr>
              <a:t>코러스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330952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×2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537960" y="2889504"/>
            <a:ext cx="1097280" cy="676656"/>
          </a:xfrm>
          <a:prstGeom prst="rect">
            <a:avLst/>
          </a:prstGeom>
          <a:solidFill>
            <a:srgbClr val="8B5CF6">
              <a:alpha val="13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</a:rPr>
              <a:t>Bridge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37960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5CF6"/>
                </a:solidFill>
              </a:rPr>
              <a:t>브릿지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37960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</a:rPr>
              <a:t>×1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744968" y="2889504"/>
            <a:ext cx="1097280" cy="676656"/>
          </a:xfrm>
          <a:prstGeom prst="rect">
            <a:avLst/>
          </a:prstGeom>
          <a:solidFill>
            <a:srgbClr val="EC4899">
              <a:alpha val="13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44968" y="2944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C4899"/>
                </a:solidFill>
              </a:rPr>
              <a:t>Outro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44968" y="3200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C4899"/>
                </a:solidFill>
              </a:rPr>
              <a:t>아웃트로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744968" y="351129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C4899"/>
                </a:solidFill>
              </a:rPr>
              <a:t>×1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7200" y="4050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🖱️  팔레트 버튼 클릭 → 흐름에 추가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846320" y="4050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↔️  흐름 아이템 드래그로 순서 변경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57200" y="4379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×  아이템 우상단 X 클릭으로 제거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846320" y="4379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🔢  각 아이템 하단 숫자로 반복 횟수 지정 (1~9)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5720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🎨  환경설정에서 요소 색상·이름 자유 편집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84632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📊  설정한 흐름은 PPT 내보내기에 그대로 반영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  |  악보 검색 &amp; 첨부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곡 카드의 🔍 아이콘을 클릭하면 악보 검색 모달이 열립니다. 네이버 이미지 검색을 통해 악보를 찾아 첨부합니다.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2064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512064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악보 검색 모달 사용법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모달 열기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16642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곡 카드의 🔍(검색) 버튼 클릭 → 악보 검색 모달 오픈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116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검색어 입력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2128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곡 제목이 자동으로 입력됩니다. 수정 후 검색 가능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560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이미지 선택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27614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검색 결과 이미지 목록에서 원하는 악보 클릭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1089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악보 첨부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3101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선택된 악보가 곡 카드에 첨부되고 미리보기 표시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6576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악보 제거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38587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카드 내 ✕ 버튼으로 첨부된 악보를 제거할 수 있음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PPT 반영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4074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첨부된 악보 이미지가 PPT 슬라이드에 그대로 포함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77840" y="960120"/>
            <a:ext cx="32918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악보 상태 표시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60720" y="14356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곡 카드 우측 초록 점 = 악보 연결됨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7607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악보 첨부 시 카드에 미리보기 이미지 표시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이미지 클릭 시 원본 사이즈로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악보 URL이 DB에 저장되어 재접속 시 유지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저장 버튼 클릭 전 첨부해야 DB에 기록됨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2926080"/>
            <a:ext cx="329184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577840" y="2926080"/>
            <a:ext cx="3291840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29260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 송폼 코멘트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60720" y="3364992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각 곡 카드 하단의 "송폼 코멘트" 입력란에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연주 참고사항을 입력합니다.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PPT 악보 슬라이드 하단에 적색 텍스트로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강조 표시됩니다.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예: "1절은 반주 없이 아카펠라로"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  |  PPT 내보내기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완성된 예배 송폼을 클릭 한 번으로 PowerPoint(.pptx) 파일로 내보냅니다.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206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방법 ① 목록에서 바로 내보내기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예배 송폼 목록 화면에서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각 카드에 마우스를 올리면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📥 아이콘이 나타납니다.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클릭 시 즉시 다운로드됩니다.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방법 ② 편집 화면에서 내보내기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송폼 편집 화면 우상단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또는 하단의 "PPT 내보내기"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버튼을 클릭합니다.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미저장 시 저장 후 내보내기가 진행됩니다.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68880"/>
            <a:ext cx="85953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68880"/>
            <a:ext cx="859536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생성되는 PPT 파일 구조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2011680" cy="16276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07792"/>
            <a:ext cx="201168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타이틀 슬라이드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예배 날짜, 카테고리, 절기, 인도자 정보가 표지 슬라이드로 생성됩니다.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06040" y="2907792"/>
            <a:ext cx="2011680" cy="16276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06040" y="2907792"/>
            <a:ext cx="20116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악보 슬라이드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9748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각 곡별로 슬라이드가 생성됩니다. 곡 제목, 키, 악보 이미지가 포함됩니다.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2011680" cy="16276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07792"/>
            <a:ext cx="201168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송폼 흐름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빌더에서 설정한 Intro·Verse·Chorus 등 구조가 시각적으로 표시됩니다.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2907792"/>
            <a:ext cx="2011680" cy="1627632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2907792"/>
            <a:ext cx="201168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2907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코멘트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95160" y="3246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입력한 코멘트가 악보 하단에 적색으로 강조되어 표시됩니다.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💾  파일명: worship_form_YYYYMMDD_카테고리명.pptx 형식으로 자동 저장됩니다.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90D14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  |  관리자 기능 – 회원 관리 · 권한 설정 · 환경설정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admin 역할 사용자만 접근 가능합니다. 사이드바에서 해당 메뉴를 확인할 수 있습니다.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👥  회원 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회원 목록 조회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이름·역할·이메일·활성 상태 표시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새 회원 추가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이름, 이메일(ID), 비밀번호, 역할, 전화번호 입력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97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회원 정보 수정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정보 변경 및 계정 활성/비활성 전환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20954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회원 삭제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본인 계정은 삭제 불가 (안전 장치)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84962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77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역할 구분 색상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관리자(파랑) / 리더(보라) / 단원(청록) / 동역(노랑)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08960" y="96012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0" y="96012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권한 관리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역할별 탭 전환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1618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리더·단원·동역 각 역할 선택 후 설정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192938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20574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메뉴별 권한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읽기 / 등록 / 수정 / 삭제 각각 토글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256946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697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읽기 권한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28986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켜면 사이드바 메뉴가 표시됨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91840" y="320954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3375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종속 관계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3538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읽기를 끄면 등록·수정·삭제도 자동 비활성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3849624"/>
            <a:ext cx="233172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977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즉시 저장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우상단 저장 버튼 클릭 시 모든 역할 일괄 저장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43600" y="960120"/>
            <a:ext cx="292608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환경설정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6480" y="1417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교단 설정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1618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교단 추가·삭제, 기본 교단 지정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26480" y="1929384"/>
            <a:ext cx="2606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20574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카테고리 관리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126480" y="2258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예배 카테고리 추가·수정·삭제·드래그 순서 변경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26480" y="2569464"/>
            <a:ext cx="2606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6974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송폼 요소 관리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2898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Verse·Chorus 등 요소 추가·수정·색상 지정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26480" y="3209544"/>
            <a:ext cx="2606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33375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드래그 정렬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26480" y="35387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카테고리·요소 목록을 드래그로 순서 변경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26480" y="3849624"/>
            <a:ext cx="260604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0" y="39776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색상 팔레트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126480" y="4178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10가지 프리셋 색상 + 직접 입력 지원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8B5CF6">
              <a:alpha val="9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777240"/>
            <a:ext cx="7315200" cy="2834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777240"/>
            <a:ext cx="109728" cy="2834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9144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SongForm으로 더 쉽고 체계적인 예배 준비를 경험하세요.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2176272"/>
            <a:ext cx="1115568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1762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✅ 예배 송폼 관리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2176272"/>
            <a:ext cx="1115568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21762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🎵 키/흐름 편집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94176" y="2176272"/>
            <a:ext cx="1283818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94176" y="2176272"/>
            <a:ext cx="128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📄 PPT 자동 생성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15154" y="2176272"/>
            <a:ext cx="1199693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5154" y="2176272"/>
            <a:ext cx="11996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🔐 권한 기반 접근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3749040"/>
            <a:ext cx="73152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82219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도움이 필요하신가요?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1148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관리자에게 계정·권한 문의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기능 오류 발견 시 관리자에게 보고  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환경설정은 관리자 전용 메뉴에서 변경 가능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SongForm  |  찬양팀 예배 송폼 관리 시스템  |  사용자 매뉴얼 v1.0  | 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SongForm 사용자 매뉴얼</dc:title>
  <dc:subject>PptxGenJS Presentation</dc:subject>
  <dc:creator>SongForm</dc:creator>
  <cp:lastModifiedBy>SongForm</cp:lastModifiedBy>
  <cp:revision>1</cp:revision>
  <dcterms:created xsi:type="dcterms:W3CDTF">2026-04-16T04:00:04Z</dcterms:created>
  <dcterms:modified xsi:type="dcterms:W3CDTF">2026-04-16T04:00:04Z</dcterms:modified>
</cp:coreProperties>
</file>